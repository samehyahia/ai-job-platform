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67c6f10885401b" /><Relationship Type="http://schemas.openxmlformats.org/officeDocument/2006/relationships/extended-properties" Target="/docProps/app.xml" Id="Rc24d7149f5204ea2" /><Relationship Type="http://schemas.openxmlformats.org/officeDocument/2006/relationships/officeDocument" Target="/ppt/presentation.xml" Id="Rb8eb1aaa38d945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d52e015f374a14"/>
  </p:sldMasterIdLst>
  <p:notesMasterIdLst>
    <p:notesMasterId xmlns:r="http://schemas.openxmlformats.org/officeDocument/2006/relationships" r:id="R3a41938722574e6c"/>
  </p:notesMasterIdLst>
  <p:sldIdLst>
    <p:sldId xmlns:r="http://schemas.openxmlformats.org/officeDocument/2006/relationships" id="256" r:id="R621ac3d72d234ecb"/>
    <p:sldId xmlns:r="http://schemas.openxmlformats.org/officeDocument/2006/relationships" id="257" r:id="R3162b9f5c6444938"/>
    <p:sldId xmlns:r="http://schemas.openxmlformats.org/officeDocument/2006/relationships" id="258" r:id="R40104b3593ab43da"/>
    <p:sldId xmlns:r="http://schemas.openxmlformats.org/officeDocument/2006/relationships" id="259" r:id="R6de6a9562dd34fb4"/>
    <p:sldId xmlns:r="http://schemas.openxmlformats.org/officeDocument/2006/relationships" id="260" r:id="R0fb2f54d673c4bd6"/>
    <p:sldId xmlns:r="http://schemas.openxmlformats.org/officeDocument/2006/relationships" id="261" r:id="Rbe981926f645465a"/>
    <p:sldId xmlns:r="http://schemas.openxmlformats.org/officeDocument/2006/relationships" id="262" r:id="R71ebbd4028e64e26"/>
    <p:sldId xmlns:r="http://schemas.openxmlformats.org/officeDocument/2006/relationships" id="263" r:id="R63d133c1acf14f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6becece6e842d1" /><Relationship Type="http://schemas.openxmlformats.org/officeDocument/2006/relationships/slideMaster" Target="/ppt/slideMasters/slideMaster1.xml" Id="Rbed52e015f374a14" /><Relationship Type="http://schemas.openxmlformats.org/officeDocument/2006/relationships/notesMaster" Target="/ppt/notesMasters/notesMaster1.xml" Id="R3a41938722574e6c" /><Relationship Type="http://schemas.openxmlformats.org/officeDocument/2006/relationships/presProps" Target="/ppt/presProps.xml" Id="R07b21b16f10441e7" /><Relationship Type="http://schemas.openxmlformats.org/officeDocument/2006/relationships/tableStyles" Target="/ppt/tableStyles.xml" Id="R0450a4b5366c4dd8" /><Relationship Type="http://schemas.openxmlformats.org/officeDocument/2006/relationships/slide" Target="/ppt/slides/slide1.xml" Id="R621ac3d72d234ecb" /><Relationship Type="http://schemas.openxmlformats.org/officeDocument/2006/relationships/slide" Target="/ppt/slides/slide2.xml" Id="R3162b9f5c6444938" /><Relationship Type="http://schemas.openxmlformats.org/officeDocument/2006/relationships/slide" Target="/ppt/slides/slide3.xml" Id="R40104b3593ab43da" /><Relationship Type="http://schemas.openxmlformats.org/officeDocument/2006/relationships/slide" Target="/ppt/slides/slide4.xml" Id="R6de6a9562dd34fb4" /><Relationship Type="http://schemas.openxmlformats.org/officeDocument/2006/relationships/slide" Target="/ppt/slides/slide5.xml" Id="R0fb2f54d673c4bd6" /><Relationship Type="http://schemas.openxmlformats.org/officeDocument/2006/relationships/slide" Target="/ppt/slides/slide6.xml" Id="Rbe981926f645465a" /><Relationship Type="http://schemas.openxmlformats.org/officeDocument/2006/relationships/slide" Target="/ppt/slides/slide7.xml" Id="R71ebbd4028e64e26" /><Relationship Type="http://schemas.openxmlformats.org/officeDocument/2006/relationships/slide" Target="/ppt/slides/slide8.xml" Id="R63d133c1acf14f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53ee6aa24a43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ccc925ca934a8d" /><Relationship Type="http://schemas.openxmlformats.org/officeDocument/2006/relationships/notesMaster" Target="/ppt/notesMasters/notesMaster1.xml" Id="R7549e917a4ec44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8d393520134225" /><Relationship Type="http://schemas.openxmlformats.org/officeDocument/2006/relationships/notesMaster" Target="/ppt/notesMasters/notesMaster1.xml" Id="Rff7051b3c6d349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e30a82e4c44341" /><Relationship Type="http://schemas.openxmlformats.org/officeDocument/2006/relationships/notesMaster" Target="/ppt/notesMasters/notesMaster1.xml" Id="Rb19b05b8200a4b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63dd16043345a8" /><Relationship Type="http://schemas.openxmlformats.org/officeDocument/2006/relationships/notesMaster" Target="/ppt/notesMasters/notesMaster1.xml" Id="R7fe912a848aa4c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afe3d2b20e4022" /><Relationship Type="http://schemas.openxmlformats.org/officeDocument/2006/relationships/notesMaster" Target="/ppt/notesMasters/notesMaster1.xml" Id="R36c774e8d73b40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481826ba674672" /><Relationship Type="http://schemas.openxmlformats.org/officeDocument/2006/relationships/notesMaster" Target="/ppt/notesMasters/notesMaster1.xml" Id="R0b500bc3492e46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fd6ed23e654f20" /><Relationship Type="http://schemas.openxmlformats.org/officeDocument/2006/relationships/notesMaster" Target="/ppt/notesMasters/notesMaster1.xml" Id="R7421446bb2ee47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4b2dfca93b4d70" /><Relationship Type="http://schemas.openxmlformats.org/officeDocument/2006/relationships/notesMaster" Target="/ppt/notesMasters/notesMaster1.xml" Id="R86eb6ed8cff84c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screenshots supplied by the project owner. Evidence includes the GUI match demo and EKS workload view captured on September 15,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README and project validation evidence. The production-readiness caveat reflects the documented project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AWS console screenshots showing VPC resources and the Terraform state bucket.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EKS console screenshot and node validation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ECR screenshot and Helm template changes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kubectl and AWS console workload evidence captured after Helm revision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terminal screenshot and kubectl logs showing Alembic PostgreSQL migration context and health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GUI screenshot, Helm deployment evidence, and project README evidence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f185c8c9b4f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9dfb4b25954234" /><Relationship Type="http://schemas.openxmlformats.org/officeDocument/2006/relationships/slideLayout" Target="/ppt/slideLayouts/slideLayout1.xml" Id="Ra60ffeff679f47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0ffeff679f47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c185c4bd64815" /><Relationship Type="http://schemas.openxmlformats.org/officeDocument/2006/relationships/image" Target="/ppt/media/image.png" Id="R9734fcbe5c324a41" /><Relationship Type="http://schemas.openxmlformats.org/officeDocument/2006/relationships/image" Target="/ppt/media/image2.png" Id="R16a8fab4df75493c" /><Relationship Type="http://schemas.openxmlformats.org/officeDocument/2006/relationships/notesSlide" Target="/ppt/notesSlides/notesSlide1.xml" Id="R893e5f363f3447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f9e382f2a46de" /><Relationship Type="http://schemas.openxmlformats.org/officeDocument/2006/relationships/notesSlide" Target="/ppt/notesSlides/notesSlide2.xml" Id="Re271be0c75d345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bf63a2c6e466f" /><Relationship Type="http://schemas.openxmlformats.org/officeDocument/2006/relationships/image" Target="/ppt/media/image3.png" Id="R9f28668963c842ed" /><Relationship Type="http://schemas.openxmlformats.org/officeDocument/2006/relationships/image" Target="/ppt/media/image4.png" Id="Rcc1d8130ec7143e3" /><Relationship Type="http://schemas.openxmlformats.org/officeDocument/2006/relationships/notesSlide" Target="/ppt/notesSlides/notesSlide3.xml" Id="R67e405a6b40e4e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0aa3f1bf14cf9" /><Relationship Type="http://schemas.openxmlformats.org/officeDocument/2006/relationships/image" Target="/ppt/media/image5.png" Id="R277bb8c8541b46aa" /><Relationship Type="http://schemas.openxmlformats.org/officeDocument/2006/relationships/notesSlide" Target="/ppt/notesSlides/notesSlide4.xml" Id="R3323a7c2bec14e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b27795b984d89" /><Relationship Type="http://schemas.openxmlformats.org/officeDocument/2006/relationships/image" Target="/ppt/media/image6.png" Id="R86003d55c50c4bfd" /><Relationship Type="http://schemas.openxmlformats.org/officeDocument/2006/relationships/notesSlide" Target="/ppt/notesSlides/notesSlide5.xml" Id="Re6b8c71db10345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e7ce49952421d" /><Relationship Type="http://schemas.openxmlformats.org/officeDocument/2006/relationships/image" Target="/ppt/media/image7.png" Id="R50e325ec362946f2" /><Relationship Type="http://schemas.openxmlformats.org/officeDocument/2006/relationships/notesSlide" Target="/ppt/notesSlides/notesSlide6.xml" Id="R0f8e7611ffcc40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7422675184f6f" /><Relationship Type="http://schemas.openxmlformats.org/officeDocument/2006/relationships/image" Target="/ppt/media/image8.png" Id="R984ebb214a6f458a" /><Relationship Type="http://schemas.openxmlformats.org/officeDocument/2006/relationships/notesSlide" Target="/ppt/notesSlides/notesSlide7.xml" Id="Rbd06711387274b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48b84471b4698" /><Relationship Type="http://schemas.openxmlformats.org/officeDocument/2006/relationships/image" Target="/ppt/media/image9.png" Id="Re4d7f3aebc6f4a94" /><Relationship Type="http://schemas.openxmlformats.org/officeDocument/2006/relationships/notesSlide" Target="/ppt/notesSlides/notesSlide8.xml" Id="Rd12990b627194c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57FCA-4A93-4E5F-8140-524030FF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Job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1A67B-9298-40D8-8E06-297203E2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Production-oriented Kubernetes deployment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011E0-871D-44BA-992C-0A4A4CFA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4E0A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4E0A6"/>
                </a:solidFill>
                <a:latin typeface="Aptos"/>
                <a:ea typeface="Aptos"/>
                <a:cs typeface="Aptos"/>
              </a:rPr>
              <a:t>FastAPI · PostgreSQL · Docker · ECR · EKS · Helm · Alembic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4fcbe5c324a41"/>
          <a:stretch xmlns:a="http://schemas.openxmlformats.org/drawingml/2006/main"/>
        </p:blipFill>
        <p:spPr>
          <a:xfrm xmlns:a="http://schemas.openxmlformats.org/drawingml/2006/main">
            <a:off x="7048500" y="1118416"/>
            <a:ext cx="4476750" cy="2106569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8fab4df75493c"/>
          <a:stretch xmlns:a="http://schemas.openxmlformats.org/drawingml/2006/main"/>
        </p:blipFill>
        <p:spPr>
          <a:xfrm xmlns:a="http://schemas.openxmlformats.org/drawingml/2006/main">
            <a:off x="7069005" y="3905250"/>
            <a:ext cx="4435740" cy="2000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E7E2F-DA74-4D9B-BBA9-2BE21384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P01 AI Job Platform · production-oriented demo · 1/8</a:t>
            </a:r>
          </a:p>
        </p:txBody>
      </p:sp>
    </p:spTree>
    <p:extLst>
      <p:ext uri="{BB962C8B-B14F-4D97-AF65-F5344CB8AC3E}">
        <p14:creationId xmlns:p14="http://schemas.microsoft.com/office/powerpoint/2010/main" val="11587531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EC654-CBB2-4B1F-8B45-A2E1E8D8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B8A24-F9DB-4D9B-B500-4DA70E67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P01 AI Job Platform · production-oriented demo · 2/8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F062D-9B3B-49F7-8143-BC8A2BC7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project uses a small matching API to demonstrate the DevOps lifecycle around a real service.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ABEAD-9D91-449D-9A7B-FBEFFD13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Deterministic, explainable candidate-to-job skill matching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339F5-DF8F-4782-8CC1-4AC9024D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PostgreSQL persistence with Alembic migrations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A9720-611B-499F-9BB2-3FF9D7AE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Container build, security checks, and Kubernetes packaging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CB4CD-788D-4998-B652-AF15CF36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Ephemeral AWS environment built for validation and teardown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EB52E-E64E-4B4C-B3A7-6A87C2E3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81100"/>
            <a:ext cx="2857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54042-314C-428F-9F7E-77193695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668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Demo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350FD-565A-426B-B99F-85A4FC7C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19300"/>
            <a:ext cx="2286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758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Production-oriented, not claimed as fully production-ready. The demo uses synthetic data only.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297DA-E1B0-4C08-93B3-7CC4C6BF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623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E0A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E0A6"/>
                </a:solidFill>
                <a:latin typeface="Aptos"/>
                <a:ea typeface="Aptos"/>
                <a:cs typeface="Aptos"/>
              </a:rPr>
              <a:t>No real resumes or secrets are included.</a:t>
            </a:r>
          </a:p>
        </p:txBody>
      </p:sp>
    </p:spTree>
    <p:extLst>
      <p:ext uri="{BB962C8B-B14F-4D97-AF65-F5344CB8AC3E}">
        <p14:creationId xmlns:p14="http://schemas.microsoft.com/office/powerpoint/2010/main" val="19374376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8B6F4-9A6D-4DD9-9567-B3273744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AWS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A4B1C-A026-45C3-8E33-0F03C7B4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P01 AI Job Platform · production-oriented demo · 3/8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8668963c842ed"/>
          <a:stretch xmlns:a="http://schemas.openxmlformats.org/drawingml/2006/main"/>
        </p:blipFill>
        <p:spPr>
          <a:xfrm xmlns:a="http://schemas.openxmlformats.org/drawingml/2006/main">
            <a:off x="571500" y="1624209"/>
            <a:ext cx="6191250" cy="277138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B67CD-F9E6-4956-A411-96957A95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954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Validated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6365B-7373-4CB9-ACA6-5A6D7E76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431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Dedicated VPC: 10.20.0.0/16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E55F8-4EF8-45F4-8985-0022E9E2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57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Two public subnets across Availability Zones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D7BD9-A940-4B47-BE93-95A835BF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194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Terraform remote state stored in S3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C48BC-30CC-495B-A64C-2532D0F7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575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EKS cluster created in us-east-1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d8130ec7143e3"/>
          <a:stretch xmlns:a="http://schemas.openxmlformats.org/drawingml/2006/main"/>
        </p:blipFill>
        <p:spPr>
          <a:xfrm xmlns:a="http://schemas.openxmlformats.org/drawingml/2006/main">
            <a:off x="7505003" y="4000500"/>
            <a:ext cx="3182744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8832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5EE77-B042-42CA-B9F6-B4971838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Cluster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B8E37-D8DE-4E16-A90B-B1F1BF59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P01 AI Job Platform · production-oriented demo · 4/8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bb8c8541b46aa"/>
          <a:stretch xmlns:a="http://schemas.openxmlformats.org/drawingml/2006/main"/>
        </p:blipFill>
        <p:spPr>
          <a:xfrm xmlns:a="http://schemas.openxmlformats.org/drawingml/2006/main">
            <a:off x="571500" y="1501469"/>
            <a:ext cx="6858000" cy="322641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6A7AD-17F0-47E0-8F00-42B13305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14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09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Runtime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1B43F-815C-4FB8-80F5-2E936FBF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193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EKS 1.35 control plane active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C03AF-BBEF-4998-9D79-B989CE18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Managed node group active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C0297-8898-47D3-AE06-47FC7A03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One On-Demand t3.medium node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B84CB-A1AA-43D0-A68C-3CF477E5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Core system workloads healthy</a:t>
            </a:r>
          </a:p>
        </p:txBody>
      </p:sp>
    </p:spTree>
    <p:extLst>
      <p:ext uri="{BB962C8B-B14F-4D97-AF65-F5344CB8AC3E}">
        <p14:creationId xmlns:p14="http://schemas.microsoft.com/office/powerpoint/2010/main" val="2031634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C2B1B-F7F9-4B6C-9135-B619ADC2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Image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24C22-5616-4562-AE70-E4B940EE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P01 AI Job Platform · production-oriented demo · 5/8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03d55c50c4bfd"/>
          <a:stretch xmlns:a="http://schemas.openxmlformats.org/drawingml/2006/main"/>
        </p:blipFill>
        <p:spPr>
          <a:xfrm xmlns:a="http://schemas.openxmlformats.org/drawingml/2006/main">
            <a:off x="571500" y="1452128"/>
            <a:ext cx="6286500" cy="281074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D5C62-9182-4341-8493-15A58AC1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144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Delivery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0FC7E-E61D-4F68-AAAA-4ED5AE55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45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Application image pushed to Amazon ECR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349A5-F71D-4679-8E89-08AB3BEE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483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Helm receives repository and tag at deploy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51904-16C6-4EDB-BDAC-CB22F762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384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826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Chart rejects empty image values and placeholders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956CD-480A-44B4-90F7-7EC7CE27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766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121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Migration Job and app use the same immutable image tag</a:t>
            </a:r>
          </a:p>
        </p:txBody>
      </p:sp>
    </p:spTree>
    <p:extLst>
      <p:ext uri="{BB962C8B-B14F-4D97-AF65-F5344CB8AC3E}">
        <p14:creationId xmlns:p14="http://schemas.microsoft.com/office/powerpoint/2010/main" val="1227553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7171C-1EFB-4C8E-B612-CB84BA48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Kubernetes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4BFAC-6B4F-49C9-A310-1D1872A5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P01 AI Job Platform · production-oriented demo · 6/8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325ec362946f2"/>
          <a:stretch xmlns:a="http://schemas.openxmlformats.org/drawingml/2006/main"/>
        </p:blipFill>
        <p:spPr>
          <a:xfrm xmlns:a="http://schemas.openxmlformats.org/drawingml/2006/main">
            <a:off x="571500" y="1546928"/>
            <a:ext cx="6953250" cy="313549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5318B-524B-422B-A567-D88B6705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573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356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Verified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578CF-6F5E-4EC8-8DA4-8B3EC667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Helm release status: deployed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693C0-A10A-49A4-8F32-7A8D85C4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034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Application Pod: Running, 1/1 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A1855-E02C-43B0-BF69-BCC811F2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407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PostgreSQL Pod: Running, 1/1 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26082-486F-4ADD-BB26-F0922179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27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Service exposed internally through ClusterIP</a:t>
            </a:r>
          </a:p>
        </p:txBody>
      </p:sp>
    </p:spTree>
    <p:extLst>
      <p:ext uri="{BB962C8B-B14F-4D97-AF65-F5344CB8AC3E}">
        <p14:creationId xmlns:p14="http://schemas.microsoft.com/office/powerpoint/2010/main" val="424773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21C0E-C4C3-4767-8E92-87CA53F5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Migration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B9DA7-35BC-4847-B776-94CA3AD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P01 AI Job Platform · production-oriented demo · 7/8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ebb214a6f458a"/>
          <a:stretch xmlns:a="http://schemas.openxmlformats.org/drawingml/2006/main"/>
        </p:blipFill>
        <p:spPr>
          <a:xfrm xmlns:a="http://schemas.openxmlformats.org/drawingml/2006/main">
            <a:off x="571500" y="1186644"/>
            <a:ext cx="6858000" cy="385606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DCC63-1E5A-4D50-94EE-1AE66CB9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192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356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Operational behavior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D7E34-82BF-42BB-888E-7E658280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40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2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Helm pre-upgrade hook runs Alembic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12905-5CAA-44F8-8A38-38F4F514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22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43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Migration Job completed in 9 seconds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455E1-EB37-432A-8204-6DF20866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143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Rollout continued after migration success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AF301-DED4-4FE4-8DFE-2337ED79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8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Live and ready endpoints returned HTTP 200</a:t>
            </a:r>
          </a:p>
        </p:txBody>
      </p:sp>
    </p:spTree>
    <p:extLst>
      <p:ext uri="{BB962C8B-B14F-4D97-AF65-F5344CB8AC3E}">
        <p14:creationId xmlns:p14="http://schemas.microsoft.com/office/powerpoint/2010/main" val="9575479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C7690-920E-4E1D-AEA4-76BDFD13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Demo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10BC0-F5EA-4115-A08B-2146D682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P01 AI Job Platform · production-oriented demo · 8/8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7f3aebc6f4a94"/>
          <a:stretch xmlns:a="http://schemas.openxmlformats.org/drawingml/2006/main"/>
        </p:blipFill>
        <p:spPr>
          <a:xfrm xmlns:a="http://schemas.openxmlformats.org/drawingml/2006/main">
            <a:off x="571500" y="1429961"/>
            <a:ext cx="5905500" cy="277887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AC2F5-0228-4460-9268-A1BB0D07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Portfolio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9663E-62DC-43AD-8799-C6800CC7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4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Shows an application, not only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F8DE9-8976-40CD-B71A-8AB0C5C7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812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6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Connects CI, image delivery, and runtime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AD1C7-8554-4C44-B33D-00A67F8D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194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Documents a real troubleshooting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8E7DD-6647-45A8-A69B-5B934FCE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57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65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Supports LinkedIn, GitHub, and interview discussion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17F8B-7A79-4B01-A145-6820243C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625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4E0A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4E0A6"/>
                </a:solidFill>
                <a:latin typeface="Aptos"/>
                <a:ea typeface="Aptos"/>
                <a:cs typeface="Aptos"/>
              </a:rPr>
              <a:t>Positioning: production-oriented Kubernetes demo</a:t>
            </a:r>
          </a:p>
        </p:txBody>
      </p:sp>
    </p:spTree>
    <p:extLst>
      <p:ext uri="{BB962C8B-B14F-4D97-AF65-F5344CB8AC3E}">
        <p14:creationId xmlns:p14="http://schemas.microsoft.com/office/powerpoint/2010/main" val="217736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2026-09-14T22:32:35.1610000Z</dcterms:created>
  <dcterms:modified xsi:type="dcterms:W3CDTF">2026-09-14T22:32:35.1610000Z</dcterms:modified>
</coreProperties>
</file>